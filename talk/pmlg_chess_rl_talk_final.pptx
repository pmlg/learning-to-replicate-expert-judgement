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Average accuracy on six financial triage tasks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accuracy %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Qwen base</c:v>
                </c:pt>
                <c:pt idx="1">
                  <c:v>Qwen + GRPO</c:v>
                </c:pt>
                <c:pt idx="2">
                  <c:v>Best frontier (expert prompt)</c:v>
                </c:pt>
                <c:pt idx="3">
                  <c:v>Bridgewater fine-tune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44.8</c:v>
                </c:pt>
                <c:pt idx="1">
                  <c:v>73.5</c:v>
                </c:pt>
                <c:pt idx="2">
                  <c:v>78.2</c:v>
                </c:pt>
                <c:pt idx="3">
                  <c:v>84.7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[0:00-1:30] Welcome. One sentence up front: expert judgment is tacit, so it has to be trained into a model, not prompted into it. Tonight: chess with Qwen3-1.7B as the controlled testbed, then the Bridgewater result that shows the same recipe works at production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[1:30-4:00] Start with the strongest evidence, not ours. Frontier models averaged ~50% (Opus 4.6: 47.2, Gemini 3.1 Pro: 50.1, GPT 5.4: 47.2...). Expert prompts lifted to mid-70s (77.2, 74.3, 75.8, 78.2, 78.0) - coin flip to C+ student. Prompt optimisation hit a wall. Quote is from the TML/Bridgewater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[4:00-4:30] Transition.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[4:30-6:30] Chess gives us a perfect expert (Stockfish ~3200 Elo), an exact reward, and infinite labelled positions. Financial judgment at Bridgewater is the noisy real-world version of the same problem. Everything we learn about reward design and credit assignment transfers.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[6:30-7:00] Transition to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[7:00-9:00] Deliberately the smallest credible model. Question we're really asking: how small can a model be and still reason? Three training stages mirror the talk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[9:00-10:30] Explain CPL briefly: 0 = engine's move, 100 cp = roughly a pawn of lost value. Legal-move rate is the floor: an LLM that emits 'e4 e5 Nf3' as one token or hallucinates squares fails here. Our headline floor stat: 100% legal moves on 1000 held-out positions.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[10:30-11:00] Transition.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[11:00-13:00] SFT buys competence, not judgment. The odd result to flag honestly: 9/10 draws vs random. Likely draw-adjudication / move-limit artifacts - we show the numbers as they are. Data format note: transcripts teach the token patterns of chess; the model still has no internal critic.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[13:00-13:30] Transition.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[13:30-15:30] Keep GRPO math light here (the notebook does the step-by-step). Key intuition: within a group of sampled moves, the model learns which of ITS OWN candidate moves the engine prefers. That is expert signal, per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[15:30-18:00] This is the honest heart of the talk. Compare: a chat model gets per-token feedback; our policy gets one scalar after ~30 decisions. That is why RL from game outcomes alone stalls - and it motivates both per-move engine shaping and the distillation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[18:00-20:00] Tie back to the thesis: strategic judgment in chess is tacit even for humans - club players can't write down why a move 'feels' right. That's the same structure as Bridgewater investors filtering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[20:00-22:30] Numbers are real, from the repo. Say it straight: RL did NOT move the headline evals - median CPL slightly up (81-&gt;90), still 0-20 vs Stockfish. What changed: longer games (24.3 -&gt; 27.7 plies) - the policy survives longer, plays differently. Source of truth: comparison.json (canonical, frozen 2026-10-19); benchmark_results.json is a stale duplicate run and is never quoted.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[22:30-24:30] This is the 'RL: new capabilities or sharpened SFT?' key question answered for OUR case: sharpening. Bridge to LUFFY/on-policy distillation: the problem isn't the model, it's the reward density.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[24:30-25:00] Transition.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[25:00-27:00] Be explicit about repo status: our LUFFY eval is not yet run - the comparison-table cell is empty (audit 2026-10-18). Present LUFFY as the designed next stage, with the TML/Bridgewater ablation as external evidence the recipe class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[27:00-29:00] The key mental model: RL asks 'which of my moves was good?' (sparse, noisy). Distillation asks 'match the teacher's distribution HERE' (dense, per-token, on the states I actually visit). Examples: SFT model sees only Stockfish games, not its own blunders; OPD trains on the model's own states with teacher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[29:00-29:30] Transition to the payoff.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[29:30-31:30] This is our thesis proven outside chess. Walk the pipeline: contractor labels failed (models trained on them performed poorly) - the fix was routing contested examples to real investors. Note the overlap with our recipe: GRPO + on-policy distillation, same component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[31:30-33:00] Read the bars: 44.8 base -&gt; 73.5 after GRPO alone (the biggest single jump, same as our SFT-&gt;RL story) -&gt; 84.7 after the full recipe. Their ablations: removing interleaved batching drops to 72.2%; removing OPD drops to 72.4%; CISPO+asymmetric clips 74.6%. A 13.8x cost cut with better accuracy is the production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[33:00-34:30] Credibility slide. Both the Bridgewater result and our chess numbers are self-reported on internal evals. State limits, then move to takeaways. This honesty is itself part of the talk's argument about expert judgment.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[34:30-37:00] The three questions from the abstract, answered with our data plus the external evidence. Keep each to ~45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[37:00-38:30] Five lines, each proven earlier in the deck. Slow down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[38:30-39:30] The notebook IS the talk material — it runs live, offline, on CPU (Qwen3-0.6B, no checkpoint needed): real Stockfish scores drive the GRPO group, then group-relative advantage, then on-policy distillation, step by step. If the trained checkpoint is available on the venue machine, optionally show the web app game; otherwise skip - the notebook carries the demonstration. Repo + QR for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[39:30-40:00+] Q&amp;A. Likely questions: why chess (objective reward), why not Leela (we study LLM training, not chess engines), will the recipe transfer (Bridgewater evidence), what's next (LUFFY eval on our repo).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Teaching LLMs Expert Judgment: A Chess RL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r>
              <a:t>Ibrahim El-Fayoumi · Perth Machine Learning Group · Microsoft, 100 St Georges Terrace, Perth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The hook: prompting can't transfer judgment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pPr/>
            <a:r>
              <a:rPr/>
              <a:t>Frontier LLMs, six routine investor tasks, prompt that just states the task: ~50% accuracy</a:t>
            </a:r>
          </a:p>
          <a:p>
            <a:pPr/>
            <a:r>
              <a:rPr/>
              <a:t>Experts rewrite the prompts, automatic prompt optimisation on top: mid-70s - still below the 80% trust threshold</a:t>
            </a:r>
          </a:p>
          <a:p>
            <a:pPr/>
            <a:r>
              <a:rPr/>
              <a:t>"An explicit prompt can only convey the intuition an expert is able to put into words"</a:t>
            </a:r>
          </a:p>
          <a:p>
            <a:pPr/>
            <a:r>
              <a:rPr/>
              <a:t>The judgments that matter most are the hardest to articulate</a:t>
            </a:r>
          </a:p>
          <a:p>
            <a:pPr lvl="1"/>
            <a:r>
              <a:rPr sz="1400" i="1"/>
              <a:t>Source: Thinking Machines Lab x Bridgewater AIA Labs, 'Learning to Replicate Expert Judgment in Financial Tasks', 30 Jun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The thesis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Thesis: tacit judgment is trained in, not prompted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pPr/>
            <a:r>
              <a:rPr/>
              <a:t>Expert judgment is tacit - it lives in thousands of small decisions, not in a written rubric</a:t>
            </a:r>
          </a:p>
          <a:p>
            <a:pPr/>
            <a:r>
              <a:rPr/>
              <a:t>Fine-tuning on expert signal lets the model develop its own judgment</a:t>
            </a:r>
          </a:p>
          <a:p>
            <a:pPr/>
            <a:r>
              <a:rPr/>
              <a:t>A small model trained on expert signal can beat a much larger frontier model</a:t>
            </a:r>
          </a:p>
          <a:p>
            <a:pPr/>
            <a:r>
              <a:rPr/>
              <a:t>We need a testbed where 'expert judgment' is objective, cheap, and measurable</a:t>
            </a:r>
          </a:p>
          <a:p>
            <a:pPr/>
            <a:r>
              <a:rPr b="1"/>
              <a:t>That testbed is chess: Qwen3-1.7B trained against Stockfish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Setup: chess as the controlled testbed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Setup: Qwen3-1.7B + Stockfish reward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pPr/>
            <a:r>
              <a:rPr/>
              <a:t>Policy: Qwen3-1.7B - small enough to train on modest compute, large enough to produce legal play</a:t>
            </a:r>
          </a:p>
          <a:p>
            <a:pPr/>
            <a:r>
              <a:rPr/>
              <a:t>Teacher/reward: Stockfish 17 - an expert ~1000+ Elo above anything the policy can reach</a:t>
            </a:r>
          </a:p>
          <a:p>
            <a:pPr/>
            <a:r>
              <a:rPr/>
              <a:t>Pipeline: SFT on game transcripts -&gt; GRPO with engine reward -&gt; off-policy extension (LUFFY)</a:t>
            </a:r>
          </a:p>
          <a:p>
            <a:pPr/>
            <a:r>
              <a:rPr/>
              <a:t>Evaluated on held-out positions (n=1000) + full games vs Stockfish and vs random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How we measure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pPr/>
            <a:r>
              <a:rPr/>
              <a:t>Legal-move rate: can the model play the game at all? (formats, state tracking)</a:t>
            </a:r>
          </a:p>
          <a:p>
            <a:pPr/>
            <a:r>
              <a:rPr/>
              <a:t>Median centipawn loss (CPL): quality of each move vs Stockfish's best</a:t>
            </a:r>
          </a:p>
          <a:p>
            <a:pPr/>
            <a:r>
              <a:rPr b="1"/>
              <a:t>Use the MEDIAN, not the mean - the mean is dominated by rare blunders (std ~2900 cp)</a:t>
            </a:r>
          </a:p>
          <a:p>
            <a:pPr/>
            <a:r>
              <a:rPr/>
              <a:t>Game outcomes vs Stockfish (20 games) and vs random (10 games); avg game length</a:t>
            </a:r>
          </a:p>
          <a:p>
            <a:pPr/>
            <a:r>
              <a:rPr/>
              <a:t>Estimated Elo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Stage 1 - SFT on game transcripts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Stage 1 - SFT: what the model learns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pPr/>
            <a:r>
              <a:rPr/>
              <a:t>Data: game transcripts (FEN state -&gt; move in SAN), generated with Stockfish</a:t>
            </a:r>
          </a:p>
          <a:p>
            <a:pPr/>
            <a:r>
              <a:rPr/>
              <a:t>Learns: move format, board syntax, opening patterns, 'what a reasonable move looks like'</a:t>
            </a:r>
          </a:p>
          <a:p>
            <a:pPr/>
            <a:r>
              <a:rPr/>
              <a:t>Does NOT learn: why a move is good - no signal beyond imitation</a:t>
            </a:r>
          </a:p>
          <a:p>
            <a:pPr/>
            <a:r>
              <a:rPr/>
              <a:t>Result: 100% legal-move rate on the test set - the model can play</a:t>
            </a:r>
          </a:p>
          <a:p>
            <a:pPr/>
            <a:r>
              <a:rPr/>
              <a:t>But: median CPL 81 cp, loses 0-20 vs Stockfish (20/20), 0 wins vs random (9 draws, 1 loss)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Stage 2 - GRPO with Stockfish as the reward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Stage 2 - GRPO: reward from the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pPr/>
            <a:r>
              <a:rPr/>
              <a:t>GRPO: critic-free policy gradient - sample G moves per state, reward each, normalise within the group</a:t>
            </a:r>
          </a:p>
          <a:p>
            <a:pPr/>
            <a:r>
              <a:rPr/>
              <a:t>Reward: Stockfish evaluation of the chosen move (centipawn signal), plus game outcome</a:t>
            </a:r>
          </a:p>
          <a:p>
            <a:pPr/>
            <a:r>
              <a:rPr/>
              <a:t>Advantage is relative: 'better than the group's average move', not 'objectively good'</a:t>
            </a:r>
          </a:p>
          <a:p>
            <a:pPr/>
            <a:r>
              <a:rPr/>
              <a:t>No value network to train - fits our compute budget</a:t>
            </a:r>
          </a:p>
          <a:p>
            <a:pPr/>
            <a:r>
              <a:rPr/>
              <a:t>Reward shaping: legality penalty, engine eval, game result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Failure modes: sparse reward, brutal credit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pPr/>
            <a:r>
              <a:rPr/>
              <a:t>One terminal reward spread over ~30 decisions per game - credit assignment is the core difficulty</a:t>
            </a:r>
          </a:p>
          <a:p>
            <a:pPr/>
            <a:r>
              <a:rPr/>
              <a:t>Long-horizon strategy: a good move's value may only appear 20 plies later</a:t>
            </a:r>
          </a:p>
          <a:p>
            <a:pPr/>
            <a:r>
              <a:rPr/>
              <a:t>Strategy has no token signature - nothing in the trace says 'this was the strategic move'</a:t>
            </a:r>
          </a:p>
          <a:p>
            <a:pPr/>
            <a:r>
              <a:rPr/>
              <a:t>Reward hacking pressure: engine-eval shaping can be gamed locally (shallow tactics)</a:t>
            </a:r>
          </a:p>
          <a:p>
            <a:pPr/>
            <a:r>
              <a:rPr/>
              <a:t>Off-policy drift: by the time a game finishes, the policy that played it is stale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Strategic vs tactical: why chess is hard for a 1.7B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pPr/>
            <a:r>
              <a:rPr/>
              <a:t>Tactics (forks, pins): local, 2-4 plies, pattern-shaped - SFT handles these</a:t>
            </a:r>
          </a:p>
          <a:p>
            <a:pPr/>
            <a:r>
              <a:rPr/>
              <a:t>Strategy (piece activity, pawn structure, plans): global, 20+ plies, no local pattern</a:t>
            </a:r>
          </a:p>
          <a:p>
            <a:pPr/>
            <a:r>
              <a:rPr/>
              <a:t>Branching: ~35 legal moves/ply - the horizon problem explodes combinatorially</a:t>
            </a:r>
          </a:p>
          <a:p>
            <a:pPr/>
            <a:r>
              <a:rPr/>
              <a:t>A frontier model 'knows' chess commentary; a 1.7B must learn search-free evaluation</a:t>
            </a:r>
          </a:p>
          <a:p>
            <a:pPr/>
            <a:r>
              <a:rPr/>
              <a:t>Humans also can't articulate strategic judgment - exactly the tacit-knowledge problem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GRPO results - the honest read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011680"/>
          <a:ext cx="8046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418011">
                <a:tc>
                  <a:txBody>
                    <a:bodyPr/>
                    <a:lstStyle/>
                    <a:p>
                      <a:r>
                        <a:t>Metric (1000 held-out positions)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GRPO (RL)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t>Legal-move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t>Median centipawn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90.0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t>Mean centipawn loss (blunder-dominated)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1045.7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1022.7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t>vs Stockfish (20 games)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0-20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t>Avg game length (plies)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27.7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r>
                        <a:t>vs random (10 games)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0W / 9D / 1L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0W / 9D / 1L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DAT340_CHART_cpl_sft_vs_rl" descr="cpl_sft_vs_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690" y="1417320"/>
            <a:ext cx="6190315" cy="4206240"/>
          </a:xfrm>
          <a:prstGeom prst="rect">
            <a:avLst/>
          </a:prstGeom>
        </p:spPr>
      </p:pic>
      <p:sp>
        <p:nvSpPr>
          <p:cNvPr id="6" name="DAT340_CAPTION_cpl_sft_vs_rl"/>
          <p:cNvSpPr txBox="1"/>
          <p:nvPr/>
        </p:nvSpPr>
        <p:spPr>
          <a:xfrm>
            <a:off x="457200" y="57332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Mean CPL 1045.7 -&gt; 1022.7 (-2.2%); median 81 -&gt; 90. Both heavy-tailed (std ~2,900): a few blunders dominate the mean. Source: comparison.json, 1,000 positions.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So did RL teach anything new?</a:t>
            </a:r>
          </a:p>
        </p:txBody>
      </p:sp>
      <p:pic>
        <p:nvPicPr>
          <p:cNvPr id="3" name="DAT340_CHART_behaviour_vs_headline" descr="behaviour_vs_head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767" y="1417320"/>
            <a:ext cx="10424160" cy="3799517"/>
          </a:xfrm>
          <a:prstGeom prst="rect">
            <a:avLst/>
          </a:prstGeom>
        </p:spPr>
      </p:pic>
      <p:sp>
        <p:nvSpPr>
          <p:cNvPr id="4" name="DAT340_CAPTION_behaviour_vs_headline"/>
          <p:cNvSpPr txBox="1"/>
          <p:nvPr/>
        </p:nvSpPr>
        <p:spPr>
          <a:xfrm>
            <a:off x="457200" y="5326565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Games got longer (24.3 -&gt; 27.7 plies) and the move distribution changed, but headline strength did not: 0W-0D-20L vs Stockfish for both checkpoints.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Stage 3 - off-policy learning: LUFFY and distillation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LUFFY: off-policy guidance from a stronger teacher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pPr/>
            <a:r>
              <a:rPr/>
              <a:t>LUFFY: mix a strong teacher's traces into GRPO rollouts, with policy-aware down-weighting</a:t>
            </a:r>
          </a:p>
          <a:p>
            <a:pPr/>
            <a:r>
              <a:rPr/>
              <a:t>Learns from the expert even where the policy's own samples are all bad</a:t>
            </a:r>
          </a:p>
          <a:p>
            <a:pPr/>
            <a:r>
              <a:rPr/>
              <a:t>Regularisation keeps the mixture on-policy (importance-based advantage adjustment)</a:t>
            </a:r>
          </a:p>
          <a:p>
            <a:pPr/>
            <a:r>
              <a:rPr/>
              <a:t>Extra learning from limited compute - we don't need more engines, we need better use of the one we have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Why on-policy distillation helps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pPr/>
            <a:r>
              <a:rPr/>
              <a:t>Exposure bias: off-policy training never fixes the states the policy actually reaches</a:t>
            </a:r>
          </a:p>
          <a:p>
            <a:pPr/>
            <a:r>
              <a:rPr/>
              <a:t>Dense per-token signal vs one terminal reward - credit assignment becomes trivial</a:t>
            </a:r>
          </a:p>
          <a:p>
            <a:pPr/>
            <a:r>
              <a:rPr/>
              <a:t>The student's own rollouts stay on-policy; only the TARGET comes from the teacher</a:t>
            </a:r>
          </a:p>
          <a:p>
            <a:pPr/>
            <a:r>
              <a:rPr/>
              <a:t>Cheaper than sampling from a frontier teacher at every state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Evidence at scale: Thinking Machines x Bridgewater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The same recipe, at production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pPr/>
            <a:r>
              <a:rPr/>
              <a:t>Bridgewater AIA Labs + Thinking Machines Lab, published 30 Jun 2026</a:t>
            </a:r>
          </a:p>
          <a:p>
            <a:pPr/>
            <a:r>
              <a:rPr/>
              <a:t>Task: six document-triage tasks from real investor workflows (relevancy, labelling, truncation)</a:t>
            </a:r>
          </a:p>
          <a:p>
            <a:pPr/>
            <a:r>
              <a:rPr/>
              <a:t>Base: Qwen3-235B fine-tuned on Tinker - GRPO start, then interleaved batching + CISPO + on-policy distillation</a:t>
            </a:r>
          </a:p>
          <a:p>
            <a:pPr/>
            <a:r>
              <a:rPr/>
              <a:t>Expert labels only where needed: contested examples routed to investors for re-review</a:t>
            </a:r>
          </a:p>
          <a:p>
            <a:pPr/>
            <a:r>
              <a:rPr/>
              <a:t>Result: fine-tuned open model beats every frontier model tested - at 13.8x lower inference cost per task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Bridgewater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pPr lvl="1"/>
            <a:r>
              <a:rPr sz="1300" i="1"/>
              <a:t>84.7% vs 78.2% = 29.8% fewer errors; 13.8x lower inference cost per task. Source: TML/Bridgewater post, 30 Jun 2026 (thinkingmachines.ai)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2377440"/>
          <a:ext cx="804672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Caveats (say them before the audience does)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pPr/>
            <a:r>
              <a:rPr/>
              <a:t>Company-run internal evaluation - not an independent public benchmark</a:t>
            </a:r>
          </a:p>
          <a:p>
            <a:pPr/>
            <a:r>
              <a:rPr/>
              <a:t>Six tasks, private test set cleared for release; generalisation beyond them unproven</a:t>
            </a:r>
          </a:p>
          <a:p>
            <a:pPr/>
            <a:r>
              <a:rPr/>
              <a:t>Cost figure covers inference only - expert labelling and training cost not included</a:t>
            </a:r>
          </a:p>
          <a:p>
            <a:pPr/>
            <a:r>
              <a:rPr/>
              <a:t>Frontier models not improving fast on this axis: GPT 5.4 cost 43% more than 5.2 for marginal accuracy gain</a:t>
            </a:r>
          </a:p>
          <a:p>
            <a:pPr/>
            <a:r>
              <a:rPr/>
              <a:t>Same discipline applies to OUR numbers: small n, one seed, self-reported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Key questions this testbed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pPr/>
            <a:r>
              <a:rPr b="1"/>
              <a:t>How small can a model be and still reason?</a:t>
            </a:r>
          </a:p>
          <a:p>
            <a:pPr lvl="1"/>
            <a:r>
              <a:rPr/>
              <a:t>1.7B reaches 100% legal play and club-level tactics after SFT; strategic play needs better signal, not more parameters</a:t>
            </a:r>
          </a:p>
          <a:p>
            <a:pPr/>
            <a:r>
              <a:rPr b="1"/>
              <a:t>Does RL teach new capabilities or sharpen SFT?</a:t>
            </a:r>
          </a:p>
          <a:p>
            <a:pPr lvl="1"/>
            <a:r>
              <a:rPr/>
              <a:t>In our run: sharpening (longer games, stable behaviour), evals flat - consistent with TML/Bridgewater where the recipe, not scale, moved the number</a:t>
            </a:r>
          </a:p>
          <a:p>
            <a:pPr/>
            <a:r>
              <a:rPr b="1"/>
              <a:t>Reward from an engine ~1000 Elo stronger - what goes wrong?</a:t>
            </a:r>
          </a:p>
          <a:p>
            <a:pPr lvl="1"/>
            <a:r>
              <a:rPr/>
              <a:t>Reward signal too sparse in game outcome; per-move engine shaping helps but invites local (tactical) reward hacking; the stronger the teacher, the more its best moves are unreachable-by-imitation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pPr/>
            <a:r>
              <a:rPr/>
              <a:t>Expert judgment is tacit - prompting plateaus (~50-78%), fine-tuning on expert signal crosses the trust threshold (84.7%)</a:t>
            </a:r>
          </a:p>
          <a:p>
            <a:pPr/>
            <a:r>
              <a:rPr/>
              <a:t>Chess is a clean rehearsal space: real reward design, real credit-assignment pain, honest metrics</a:t>
            </a:r>
          </a:p>
          <a:p>
            <a:pPr/>
            <a:r>
              <a:rPr/>
              <a:t>Small models + expert signal beat large models + prompts, at a fraction of the cost</a:t>
            </a:r>
          </a:p>
          <a:p>
            <a:pPr/>
            <a:r>
              <a:rPr/>
              <a:t>On-policy distillation turns a sparse terminal reward into dense per-token learning</a:t>
            </a:r>
          </a:p>
          <a:p>
            <a:pPr/>
            <a:r>
              <a:rPr/>
              <a:t>The bottleneck is signal quality, not model size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Demo &amp; materials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r>
              <a:rPr sz="1600"/>
              <a:t>Talk material — the NOTEBOOK (runs live, offline, no GPU/checkpoint):</a:t>
            </a:r>
          </a:p>
          <a:p>
            <a:r>
              <a:rPr sz="1600"/>
              <a:t>  notebooks/grpo_and_onpolicy_distillation.ipynb</a:t>
            </a:r>
          </a:p>
          <a:p>
            <a:r>
              <a:rPr sz="1600"/>
              <a:t>  GRPO loss on real Stockfish scores -&gt; group-relative advantage -&gt; OPD, step by step (Qwen3-0.6B, CPU)</a:t>
            </a:r>
          </a:p>
          <a:p>
            <a:r>
              <a:rPr sz="1600"/>
              <a:t>Repo: github.com/deep-science-ai/qwen-chess-rl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295" cy="1143000"/>
          </a:xfrm>
        </p:spPr>
        <p:txBody>
          <a:bodyPr/>
          <a:lstStyle/>
          <a:p>
            <a:r>
              <a:t>Thank you - 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295" cy="4754880"/>
          </a:xfrm>
        </p:spPr>
        <p:txBody>
          <a:bodyPr wrap="square">
            <a:normAutofit/>
          </a:bodyPr>
          <a:lstStyle/>
          <a:p>
            <a:pPr/>
            <a:r>
              <a:rPr/>
              <a:t>Repo: github.com/deep-science-ai/qwen-chess-rl</a:t>
            </a:r>
          </a:p>
          <a:p>
            <a:pPr/>
            <a:r>
              <a:rPr/>
              <a:t>References:</a:t>
            </a:r>
          </a:p>
          <a:p>
            <a:pPr lvl="1"/>
            <a:r>
              <a:rPr sz="1400"/>
              <a:t>Thinking Machines Lab x Bridgewater AIA Labs - 'Learning to Replicate Expert Judgment in Financial Tasks' (30 Jun 2026), thinkingmachines.ai/news/learning-to-replicate-expert-judgment-in-financial-tasks</a:t>
            </a:r>
          </a:p>
          <a:p>
            <a:pPr lvl="1"/>
            <a:r>
              <a:rPr sz="1400"/>
              <a:t>LUFFY: off-policy RL with mixing guidance (arXiv 2504.14945)</a:t>
            </a:r>
          </a:p>
          <a:p>
            <a:pPr lvl="1"/>
            <a:r>
              <a:rPr sz="1400"/>
              <a:t>On-policy distillation - Thinking Machines Lab blog</a:t>
            </a:r>
          </a:p>
          <a:p>
            <a:pPr/>
            <a:r>
              <a:rPr/>
              <a:t>Ibrahim El-Fayoumi - Perth Machine Learning Group</a:t>
            </a:r>
          </a:p>
        </p:txBody>
      </p:sp>
      <p:pic>
        <p:nvPicPr>
          <p:cNvPr id="4" name="DAT340_REPO_QR" descr="repo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1874519"/>
            <a:ext cx="2194560" cy="2194560"/>
          </a:xfrm>
          <a:prstGeom prst="rect">
            <a:avLst/>
          </a:prstGeom>
        </p:spPr>
      </p:pic>
      <p:sp>
        <p:nvSpPr>
          <p:cNvPr id="5" name="DAT340_REPO_QR_CAPTION"/>
          <p:cNvSpPr txBox="1"/>
          <p:nvPr/>
        </p:nvSpPr>
        <p:spPr>
          <a:xfrm>
            <a:off x="9098280" y="4160520"/>
            <a:ext cx="2880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04040"/>
                </a:solidFill>
                <a:latin typeface="Calibri"/>
              </a:rPr>
              <a:t>Scan for slides, code &amp; the</a:t>
            </a:r>
          </a:p>
          <a:p>
            <a:r>
              <a:rPr sz="1200">
                <a:solidFill>
                  <a:srgbClr val="404040"/>
                </a:solidFill>
                <a:latin typeface="Calibri"/>
              </a:rPr>
              <a:t>step-by-step notebook:</a:t>
            </a:r>
          </a:p>
          <a:p>
            <a:r>
              <a:rPr sz="1200">
                <a:solidFill>
                  <a:srgbClr val="404040"/>
                </a:solidFill>
                <a:latin typeface="Consolas"/>
              </a:rPr>
              <a:t>github.com/deep-science-ai/</a:t>
            </a:r>
          </a:p>
          <a:p>
            <a:r>
              <a:rPr sz="1200">
                <a:solidFill>
                  <a:srgbClr val="404040"/>
                </a:solidFill>
                <a:latin typeface="Consolas"/>
              </a:rPr>
              <a:t>qwen-chess-rl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